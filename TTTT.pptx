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gesh kumar" userId="03b8a8a85f941a3d" providerId="LiveId" clId="{B5C08A3A-3846-420B-8A2F-FAA45318B1E2}"/>
    <pc:docChg chg="undo custSel addSld modSld">
      <pc:chgData name="logesh kumar" userId="03b8a8a85f941a3d" providerId="LiveId" clId="{B5C08A3A-3846-420B-8A2F-FAA45318B1E2}" dt="2026-08-18T01:49:36.635" v="331" actId="1076"/>
      <pc:docMkLst>
        <pc:docMk/>
      </pc:docMkLst>
      <pc:sldChg chg="addSp delSp modSp mod">
        <pc:chgData name="logesh kumar" userId="03b8a8a85f941a3d" providerId="LiveId" clId="{B5C08A3A-3846-420B-8A2F-FAA45318B1E2}" dt="2026-08-18T01:04:50.698" v="11" actId="14100"/>
        <pc:sldMkLst>
          <pc:docMk/>
          <pc:sldMk cId="1386220014" sldId="262"/>
        </pc:sldMkLst>
        <pc:spChg chg="add mod">
          <ac:chgData name="logesh kumar" userId="03b8a8a85f941a3d" providerId="LiveId" clId="{B5C08A3A-3846-420B-8A2F-FAA45318B1E2}" dt="2026-08-18T01:04:50.698" v="11" actId="14100"/>
          <ac:spMkLst>
            <pc:docMk/>
            <pc:sldMk cId="1386220014" sldId="262"/>
            <ac:spMk id="3" creationId="{7095950A-F6D5-478E-E51F-C444C96F1ED9}"/>
          </ac:spMkLst>
        </pc:spChg>
        <pc:spChg chg="del">
          <ac:chgData name="logesh kumar" userId="03b8a8a85f941a3d" providerId="LiveId" clId="{B5C08A3A-3846-420B-8A2F-FAA45318B1E2}" dt="2026-08-18T01:03:53.941" v="0" actId="21"/>
          <ac:spMkLst>
            <pc:docMk/>
            <pc:sldMk cId="1386220014" sldId="262"/>
            <ac:spMk id="6" creationId="{CA82B8B4-5D45-691C-0809-5CDC5D64C534}"/>
          </ac:spMkLst>
        </pc:spChg>
      </pc:sldChg>
      <pc:sldChg chg="addSp delSp modSp mod">
        <pc:chgData name="logesh kumar" userId="03b8a8a85f941a3d" providerId="LiveId" clId="{B5C08A3A-3846-420B-8A2F-FAA45318B1E2}" dt="2026-08-18T01:07:06.166" v="24" actId="12"/>
        <pc:sldMkLst>
          <pc:docMk/>
          <pc:sldMk cId="1426840001" sldId="263"/>
        </pc:sldMkLst>
        <pc:spChg chg="add mod">
          <ac:chgData name="logesh kumar" userId="03b8a8a85f941a3d" providerId="LiveId" clId="{B5C08A3A-3846-420B-8A2F-FAA45318B1E2}" dt="2026-08-18T01:07:06.166" v="24" actId="12"/>
          <ac:spMkLst>
            <pc:docMk/>
            <pc:sldMk cId="1426840001" sldId="263"/>
            <ac:spMk id="2" creationId="{2D2BE851-5C81-BAD7-F05E-85758FC4F47B}"/>
          </ac:spMkLst>
        </pc:spChg>
        <pc:spChg chg="add del">
          <ac:chgData name="logesh kumar" userId="03b8a8a85f941a3d" providerId="LiveId" clId="{B5C08A3A-3846-420B-8A2F-FAA45318B1E2}" dt="2026-08-18T01:06:24.765" v="13" actId="21"/>
          <ac:spMkLst>
            <pc:docMk/>
            <pc:sldMk cId="1426840001" sldId="263"/>
            <ac:spMk id="4" creationId="{C9FA439C-70CF-BE40-1BDF-BAD4BC186C43}"/>
          </ac:spMkLst>
        </pc:spChg>
        <pc:spChg chg="add del">
          <ac:chgData name="logesh kumar" userId="03b8a8a85f941a3d" providerId="LiveId" clId="{B5C08A3A-3846-420B-8A2F-FAA45318B1E2}" dt="2026-08-18T01:06:28.955" v="14" actId="21"/>
          <ac:spMkLst>
            <pc:docMk/>
            <pc:sldMk cId="1426840001" sldId="263"/>
            <ac:spMk id="6" creationId="{688A854D-F373-3724-A3F8-A833C0F9E1E8}"/>
          </ac:spMkLst>
        </pc:spChg>
        <pc:picChg chg="add del">
          <ac:chgData name="logesh kumar" userId="03b8a8a85f941a3d" providerId="LiveId" clId="{B5C08A3A-3846-420B-8A2F-FAA45318B1E2}" dt="2026-08-18T01:06:24.765" v="13" actId="21"/>
          <ac:picMkLst>
            <pc:docMk/>
            <pc:sldMk cId="1426840001" sldId="263"/>
            <ac:picMk id="5" creationId="{CCCAF51B-54F7-EB14-2A4F-D8613DD3E755}"/>
          </ac:picMkLst>
        </pc:picChg>
      </pc:sldChg>
      <pc:sldChg chg="addSp delSp modSp mod">
        <pc:chgData name="logesh kumar" userId="03b8a8a85f941a3d" providerId="LiveId" clId="{B5C08A3A-3846-420B-8A2F-FAA45318B1E2}" dt="2026-08-18T01:10:04.031" v="40" actId="1076"/>
        <pc:sldMkLst>
          <pc:docMk/>
          <pc:sldMk cId="2583920342" sldId="264"/>
        </pc:sldMkLst>
        <pc:spChg chg="add del mod">
          <ac:chgData name="logesh kumar" userId="03b8a8a85f941a3d" providerId="LiveId" clId="{B5C08A3A-3846-420B-8A2F-FAA45318B1E2}" dt="2026-08-18T01:09:37.953" v="34" actId="21"/>
          <ac:spMkLst>
            <pc:docMk/>
            <pc:sldMk cId="2583920342" sldId="264"/>
            <ac:spMk id="3" creationId="{CB61050D-E30C-F40A-53FC-75A9B660020E}"/>
          </ac:spMkLst>
        </pc:spChg>
        <pc:spChg chg="add del">
          <ac:chgData name="logesh kumar" userId="03b8a8a85f941a3d" providerId="LiveId" clId="{B5C08A3A-3846-420B-8A2F-FAA45318B1E2}" dt="2026-08-18T01:09:30.478" v="33" actId="21"/>
          <ac:spMkLst>
            <pc:docMk/>
            <pc:sldMk cId="2583920342" sldId="264"/>
            <ac:spMk id="4" creationId="{A39CD2B0-BA90-235D-0BA7-E4E5AE63FEE3}"/>
          </ac:spMkLst>
        </pc:spChg>
        <pc:spChg chg="add del">
          <ac:chgData name="logesh kumar" userId="03b8a8a85f941a3d" providerId="LiveId" clId="{B5C08A3A-3846-420B-8A2F-FAA45318B1E2}" dt="2026-08-18T01:09:30.478" v="33" actId="21"/>
          <ac:spMkLst>
            <pc:docMk/>
            <pc:sldMk cId="2583920342" sldId="264"/>
            <ac:spMk id="5" creationId="{7CAA163A-E1F8-6F3A-A932-2BFB96686332}"/>
          </ac:spMkLst>
        </pc:spChg>
        <pc:spChg chg="add del">
          <ac:chgData name="logesh kumar" userId="03b8a8a85f941a3d" providerId="LiveId" clId="{B5C08A3A-3846-420B-8A2F-FAA45318B1E2}" dt="2026-08-18T01:09:30.478" v="33" actId="21"/>
          <ac:spMkLst>
            <pc:docMk/>
            <pc:sldMk cId="2583920342" sldId="264"/>
            <ac:spMk id="6" creationId="{B9006597-47EC-AFA5-2546-177AC4B1187F}"/>
          </ac:spMkLst>
        </pc:spChg>
        <pc:spChg chg="add del">
          <ac:chgData name="logesh kumar" userId="03b8a8a85f941a3d" providerId="LiveId" clId="{B5C08A3A-3846-420B-8A2F-FAA45318B1E2}" dt="2026-08-18T01:09:30.478" v="33" actId="21"/>
          <ac:spMkLst>
            <pc:docMk/>
            <pc:sldMk cId="2583920342" sldId="264"/>
            <ac:spMk id="7" creationId="{E9D12AE9-45EC-8724-0384-2CC1F8121A08}"/>
          </ac:spMkLst>
        </pc:spChg>
        <pc:spChg chg="mod">
          <ac:chgData name="logesh kumar" userId="03b8a8a85f941a3d" providerId="LiveId" clId="{B5C08A3A-3846-420B-8A2F-FAA45318B1E2}" dt="2026-08-18T01:09:55.866" v="37" actId="1076"/>
          <ac:spMkLst>
            <pc:docMk/>
            <pc:sldMk cId="2583920342" sldId="264"/>
            <ac:spMk id="8" creationId="{F4CD5C31-4CC6-3DAA-D107-4C475602D082}"/>
          </ac:spMkLst>
        </pc:spChg>
        <pc:spChg chg="del">
          <ac:chgData name="logesh kumar" userId="03b8a8a85f941a3d" providerId="LiveId" clId="{B5C08A3A-3846-420B-8A2F-FAA45318B1E2}" dt="2026-08-18T01:09:28.283" v="32" actId="21"/>
          <ac:spMkLst>
            <pc:docMk/>
            <pc:sldMk cId="2583920342" sldId="264"/>
            <ac:spMk id="9" creationId="{CB6B2974-8DD5-179C-E2D6-972F88BEA806}"/>
          </ac:spMkLst>
        </pc:spChg>
        <pc:spChg chg="add del">
          <ac:chgData name="logesh kumar" userId="03b8a8a85f941a3d" providerId="LiveId" clId="{B5C08A3A-3846-420B-8A2F-FAA45318B1E2}" dt="2026-08-18T01:09:30.478" v="33" actId="21"/>
          <ac:spMkLst>
            <pc:docMk/>
            <pc:sldMk cId="2583920342" sldId="264"/>
            <ac:spMk id="10" creationId="{538C73A0-FCCE-ED0E-397E-A7B323244384}"/>
          </ac:spMkLst>
        </pc:spChg>
        <pc:spChg chg="add">
          <ac:chgData name="logesh kumar" userId="03b8a8a85f941a3d" providerId="LiveId" clId="{B5C08A3A-3846-420B-8A2F-FAA45318B1E2}" dt="2026-08-18T01:09:30.478" v="33" actId="21"/>
          <ac:spMkLst>
            <pc:docMk/>
            <pc:sldMk cId="2583920342" sldId="264"/>
            <ac:spMk id="11" creationId="{54EE917A-6543-BF8A-FC8C-B1692B740795}"/>
          </ac:spMkLst>
        </pc:spChg>
        <pc:spChg chg="add del">
          <ac:chgData name="logesh kumar" userId="03b8a8a85f941a3d" providerId="LiveId" clId="{B5C08A3A-3846-420B-8A2F-FAA45318B1E2}" dt="2026-08-18T01:09:30.478" v="33" actId="21"/>
          <ac:spMkLst>
            <pc:docMk/>
            <pc:sldMk cId="2583920342" sldId="264"/>
            <ac:spMk id="12" creationId="{166CA532-7BB0-3837-64CE-E5A26CEA9224}"/>
          </ac:spMkLst>
        </pc:spChg>
        <pc:spChg chg="add del">
          <ac:chgData name="logesh kumar" userId="03b8a8a85f941a3d" providerId="LiveId" clId="{B5C08A3A-3846-420B-8A2F-FAA45318B1E2}" dt="2026-08-18T01:09:30.478" v="33" actId="21"/>
          <ac:spMkLst>
            <pc:docMk/>
            <pc:sldMk cId="2583920342" sldId="264"/>
            <ac:spMk id="13" creationId="{18B2C8AC-AB89-D289-FA16-CBC2B1A3BF5D}"/>
          </ac:spMkLst>
        </pc:spChg>
        <pc:spChg chg="del">
          <ac:chgData name="logesh kumar" userId="03b8a8a85f941a3d" providerId="LiveId" clId="{B5C08A3A-3846-420B-8A2F-FAA45318B1E2}" dt="2026-08-18T01:09:28.283" v="32" actId="21"/>
          <ac:spMkLst>
            <pc:docMk/>
            <pc:sldMk cId="2583920342" sldId="264"/>
            <ac:spMk id="14" creationId="{A5E35298-22E1-34DF-DC9F-F688AF153171}"/>
          </ac:spMkLst>
        </pc:spChg>
        <pc:spChg chg="add">
          <ac:chgData name="logesh kumar" userId="03b8a8a85f941a3d" providerId="LiveId" clId="{B5C08A3A-3846-420B-8A2F-FAA45318B1E2}" dt="2026-08-18T01:09:30.478" v="33" actId="21"/>
          <ac:spMkLst>
            <pc:docMk/>
            <pc:sldMk cId="2583920342" sldId="264"/>
            <ac:spMk id="15" creationId="{3B0EB8D9-1DBD-74F9-7BC1-3201483AF3B9}"/>
          </ac:spMkLst>
        </pc:spChg>
        <pc:spChg chg="add del">
          <ac:chgData name="logesh kumar" userId="03b8a8a85f941a3d" providerId="LiveId" clId="{B5C08A3A-3846-420B-8A2F-FAA45318B1E2}" dt="2026-08-18T01:09:30.478" v="33" actId="21"/>
          <ac:spMkLst>
            <pc:docMk/>
            <pc:sldMk cId="2583920342" sldId="264"/>
            <ac:spMk id="16" creationId="{5721D3FD-AC59-B1EF-3D8E-BFB8ABA81E05}"/>
          </ac:spMkLst>
        </pc:spChg>
        <pc:spChg chg="del mod">
          <ac:chgData name="logesh kumar" userId="03b8a8a85f941a3d" providerId="LiveId" clId="{B5C08A3A-3846-420B-8A2F-FAA45318B1E2}" dt="2026-08-18T01:08:43.488" v="29" actId="21"/>
          <ac:spMkLst>
            <pc:docMk/>
            <pc:sldMk cId="2583920342" sldId="264"/>
            <ac:spMk id="17" creationId="{E4F949E7-1829-7D12-760B-E519365DB1C6}"/>
          </ac:spMkLst>
        </pc:spChg>
        <pc:spChg chg="add mod">
          <ac:chgData name="logesh kumar" userId="03b8a8a85f941a3d" providerId="LiveId" clId="{B5C08A3A-3846-420B-8A2F-FAA45318B1E2}" dt="2026-08-18T01:10:04.031" v="40" actId="1076"/>
          <ac:spMkLst>
            <pc:docMk/>
            <pc:sldMk cId="2583920342" sldId="264"/>
            <ac:spMk id="19" creationId="{29ED31DA-2F0F-A06A-7232-FA8A6C052EC5}"/>
          </ac:spMkLst>
        </pc:spChg>
      </pc:sldChg>
      <pc:sldChg chg="addSp delSp modSp mod">
        <pc:chgData name="logesh kumar" userId="03b8a8a85f941a3d" providerId="LiveId" clId="{B5C08A3A-3846-420B-8A2F-FAA45318B1E2}" dt="2026-08-18T01:15:01.631" v="94" actId="14100"/>
        <pc:sldMkLst>
          <pc:docMk/>
          <pc:sldMk cId="822488069" sldId="266"/>
        </pc:sldMkLst>
        <pc:spChg chg="add mod">
          <ac:chgData name="logesh kumar" userId="03b8a8a85f941a3d" providerId="LiveId" clId="{B5C08A3A-3846-420B-8A2F-FAA45318B1E2}" dt="2026-08-18T01:15:01.631" v="94" actId="14100"/>
          <ac:spMkLst>
            <pc:docMk/>
            <pc:sldMk cId="822488069" sldId="266"/>
            <ac:spMk id="3" creationId="{AC9E9E8C-86FC-A78D-6EED-787F738660B8}"/>
          </ac:spMkLst>
        </pc:spChg>
        <pc:spChg chg="del">
          <ac:chgData name="logesh kumar" userId="03b8a8a85f941a3d" providerId="LiveId" clId="{B5C08A3A-3846-420B-8A2F-FAA45318B1E2}" dt="2026-08-18T01:14:27.811" v="85" actId="21"/>
          <ac:spMkLst>
            <pc:docMk/>
            <pc:sldMk cId="822488069" sldId="266"/>
            <ac:spMk id="6" creationId="{6A366DAB-122C-C11C-EE80-B323DA3D92EF}"/>
          </ac:spMkLst>
        </pc:spChg>
        <pc:graphicFrameChg chg="modGraphic">
          <ac:chgData name="logesh kumar" userId="03b8a8a85f941a3d" providerId="LiveId" clId="{B5C08A3A-3846-420B-8A2F-FAA45318B1E2}" dt="2026-08-18T01:13:57.140" v="84" actId="14734"/>
          <ac:graphicFrameMkLst>
            <pc:docMk/>
            <pc:sldMk cId="822488069" sldId="266"/>
            <ac:graphicFrameMk id="5" creationId="{165A2F67-3BAB-F1A5-A7BA-5771C719AF83}"/>
          </ac:graphicFrameMkLst>
        </pc:graphicFrameChg>
      </pc:sldChg>
      <pc:sldChg chg="addSp modSp mod">
        <pc:chgData name="logesh kumar" userId="03b8a8a85f941a3d" providerId="LiveId" clId="{B5C08A3A-3846-420B-8A2F-FAA45318B1E2}" dt="2026-08-18T01:19:03.673" v="107" actId="207"/>
        <pc:sldMkLst>
          <pc:docMk/>
          <pc:sldMk cId="2003064168" sldId="267"/>
        </pc:sldMkLst>
        <pc:spChg chg="add mod">
          <ac:chgData name="logesh kumar" userId="03b8a8a85f941a3d" providerId="LiveId" clId="{B5C08A3A-3846-420B-8A2F-FAA45318B1E2}" dt="2026-08-18T01:18:46.822" v="106" actId="122"/>
          <ac:spMkLst>
            <pc:docMk/>
            <pc:sldMk cId="2003064168" sldId="267"/>
            <ac:spMk id="3" creationId="{7C56A2F5-8001-6A5A-86D1-FF7E9510E5D4}"/>
          </ac:spMkLst>
        </pc:spChg>
        <pc:spChg chg="mod">
          <ac:chgData name="logesh kumar" userId="03b8a8a85f941a3d" providerId="LiveId" clId="{B5C08A3A-3846-420B-8A2F-FAA45318B1E2}" dt="2026-08-18T01:19:03.673" v="107" actId="207"/>
          <ac:spMkLst>
            <pc:docMk/>
            <pc:sldMk cId="2003064168" sldId="267"/>
            <ac:spMk id="6" creationId="{811A68BB-740F-1F6B-1F6E-C12F83390278}"/>
          </ac:spMkLst>
        </pc:spChg>
      </pc:sldChg>
      <pc:sldChg chg="addSp delSp modSp mod">
        <pc:chgData name="logesh kumar" userId="03b8a8a85f941a3d" providerId="LiveId" clId="{B5C08A3A-3846-420B-8A2F-FAA45318B1E2}" dt="2026-08-18T01:17:28.965" v="101" actId="14100"/>
        <pc:sldMkLst>
          <pc:docMk/>
          <pc:sldMk cId="1844326749" sldId="268"/>
        </pc:sldMkLst>
        <pc:spChg chg="add mod">
          <ac:chgData name="logesh kumar" userId="03b8a8a85f941a3d" providerId="LiveId" clId="{B5C08A3A-3846-420B-8A2F-FAA45318B1E2}" dt="2026-08-18T01:17:28.965" v="101" actId="14100"/>
          <ac:spMkLst>
            <pc:docMk/>
            <pc:sldMk cId="1844326749" sldId="268"/>
            <ac:spMk id="3" creationId="{207D7C22-3862-5161-34BE-04B2A4D11A08}"/>
          </ac:spMkLst>
        </pc:spChg>
        <pc:spChg chg="del">
          <ac:chgData name="logesh kumar" userId="03b8a8a85f941a3d" providerId="LiveId" clId="{B5C08A3A-3846-420B-8A2F-FAA45318B1E2}" dt="2026-08-18T01:17:05.260" v="95" actId="21"/>
          <ac:spMkLst>
            <pc:docMk/>
            <pc:sldMk cId="1844326749" sldId="268"/>
            <ac:spMk id="6" creationId="{C45F5E67-53B1-9F69-EB03-A726DE7E91EE}"/>
          </ac:spMkLst>
        </pc:spChg>
      </pc:sldChg>
      <pc:sldChg chg="addSp delSp modSp mod">
        <pc:chgData name="logesh kumar" userId="03b8a8a85f941a3d" providerId="LiveId" clId="{B5C08A3A-3846-420B-8A2F-FAA45318B1E2}" dt="2026-08-18T01:21:47.567" v="124" actId="1076"/>
        <pc:sldMkLst>
          <pc:docMk/>
          <pc:sldMk cId="3462044349" sldId="269"/>
        </pc:sldMkLst>
        <pc:spChg chg="add mod">
          <ac:chgData name="logesh kumar" userId="03b8a8a85f941a3d" providerId="LiveId" clId="{B5C08A3A-3846-420B-8A2F-FAA45318B1E2}" dt="2026-08-18T01:21:47.567" v="124" actId="1076"/>
          <ac:spMkLst>
            <pc:docMk/>
            <pc:sldMk cId="3462044349" sldId="269"/>
            <ac:spMk id="2" creationId="{FA6503CA-FB56-A3B3-B176-316CFF99120B}"/>
          </ac:spMkLst>
        </pc:spChg>
        <pc:spChg chg="del mod">
          <ac:chgData name="logesh kumar" userId="03b8a8a85f941a3d" providerId="LiveId" clId="{B5C08A3A-3846-420B-8A2F-FAA45318B1E2}" dt="2026-08-18T01:20:56.941" v="109" actId="21"/>
          <ac:spMkLst>
            <pc:docMk/>
            <pc:sldMk cId="3462044349" sldId="269"/>
            <ac:spMk id="9" creationId="{C5828CB8-847D-02B8-DFA4-282FDAB34FB2}"/>
          </ac:spMkLst>
        </pc:spChg>
      </pc:sldChg>
      <pc:sldChg chg="addSp modSp mod">
        <pc:chgData name="logesh kumar" userId="03b8a8a85f941a3d" providerId="LiveId" clId="{B5C08A3A-3846-420B-8A2F-FAA45318B1E2}" dt="2026-08-18T01:24:39.249" v="164" actId="14100"/>
        <pc:sldMkLst>
          <pc:docMk/>
          <pc:sldMk cId="3782209832" sldId="270"/>
        </pc:sldMkLst>
        <pc:spChg chg="add mod">
          <ac:chgData name="logesh kumar" userId="03b8a8a85f941a3d" providerId="LiveId" clId="{B5C08A3A-3846-420B-8A2F-FAA45318B1E2}" dt="2026-08-18T01:24:35.150" v="163" actId="1076"/>
          <ac:spMkLst>
            <pc:docMk/>
            <pc:sldMk cId="3782209832" sldId="270"/>
            <ac:spMk id="2" creationId="{F1030474-E0D3-2023-9E9B-B883EA436165}"/>
          </ac:spMkLst>
        </pc:spChg>
        <pc:spChg chg="mod">
          <ac:chgData name="logesh kumar" userId="03b8a8a85f941a3d" providerId="LiveId" clId="{B5C08A3A-3846-420B-8A2F-FAA45318B1E2}" dt="2026-08-18T01:24:23.272" v="160" actId="403"/>
          <ac:spMkLst>
            <pc:docMk/>
            <pc:sldMk cId="3782209832" sldId="270"/>
            <ac:spMk id="5" creationId="{C4233F36-7ED0-51F1-6B87-6AB598AA5703}"/>
          </ac:spMkLst>
        </pc:spChg>
        <pc:picChg chg="mod">
          <ac:chgData name="logesh kumar" userId="03b8a8a85f941a3d" providerId="LiveId" clId="{B5C08A3A-3846-420B-8A2F-FAA45318B1E2}" dt="2026-08-18T01:24:39.249" v="164" actId="14100"/>
          <ac:picMkLst>
            <pc:docMk/>
            <pc:sldMk cId="3782209832" sldId="270"/>
            <ac:picMk id="2050" creationId="{59134BB2-E5B7-494A-52A2-AAC3ECADD896}"/>
          </ac:picMkLst>
        </pc:picChg>
      </pc:sldChg>
      <pc:sldChg chg="addSp delSp modSp mod">
        <pc:chgData name="logesh kumar" userId="03b8a8a85f941a3d" providerId="LiveId" clId="{B5C08A3A-3846-420B-8A2F-FAA45318B1E2}" dt="2026-08-18T01:31:40.619" v="195" actId="1076"/>
        <pc:sldMkLst>
          <pc:docMk/>
          <pc:sldMk cId="763831667" sldId="271"/>
        </pc:sldMkLst>
        <pc:spChg chg="mod">
          <ac:chgData name="logesh kumar" userId="03b8a8a85f941a3d" providerId="LiveId" clId="{B5C08A3A-3846-420B-8A2F-FAA45318B1E2}" dt="2026-08-18T01:31:40.619" v="195" actId="1076"/>
          <ac:spMkLst>
            <pc:docMk/>
            <pc:sldMk cId="763831667" sldId="271"/>
            <ac:spMk id="2" creationId="{F34DB46B-7022-94A9-4F82-BE77F037F8A8}"/>
          </ac:spMkLst>
        </pc:spChg>
        <pc:spChg chg="del">
          <ac:chgData name="logesh kumar" userId="03b8a8a85f941a3d" providerId="LiveId" clId="{B5C08A3A-3846-420B-8A2F-FAA45318B1E2}" dt="2026-08-18T01:28:54.622" v="165" actId="21"/>
          <ac:spMkLst>
            <pc:docMk/>
            <pc:sldMk cId="763831667" sldId="271"/>
            <ac:spMk id="3" creationId="{BBDCFEF4-C589-0C60-9093-72C80F2FBEFA}"/>
          </ac:spMkLst>
        </pc:spChg>
        <pc:spChg chg="add del mod">
          <ac:chgData name="logesh kumar" userId="03b8a8a85f941a3d" providerId="LiveId" clId="{B5C08A3A-3846-420B-8A2F-FAA45318B1E2}" dt="2026-08-18T01:29:31.796" v="172" actId="21"/>
          <ac:spMkLst>
            <pc:docMk/>
            <pc:sldMk cId="763831667" sldId="271"/>
            <ac:spMk id="4" creationId="{BBDCFEF4-C589-0C60-9093-72C80F2FBEFA}"/>
          </ac:spMkLst>
        </pc:spChg>
        <pc:spChg chg="add mod">
          <ac:chgData name="logesh kumar" userId="03b8a8a85f941a3d" providerId="LiveId" clId="{B5C08A3A-3846-420B-8A2F-FAA45318B1E2}" dt="2026-08-18T01:31:11.457" v="189" actId="1076"/>
          <ac:spMkLst>
            <pc:docMk/>
            <pc:sldMk cId="763831667" sldId="271"/>
            <ac:spMk id="6" creationId="{023F7CC5-98FC-AC0B-6149-9F53B6F87398}"/>
          </ac:spMkLst>
        </pc:spChg>
        <pc:spChg chg="add mod">
          <ac:chgData name="logesh kumar" userId="03b8a8a85f941a3d" providerId="LiveId" clId="{B5C08A3A-3846-420B-8A2F-FAA45318B1E2}" dt="2026-08-18T01:31:15.850" v="190" actId="1076"/>
          <ac:spMkLst>
            <pc:docMk/>
            <pc:sldMk cId="763831667" sldId="271"/>
            <ac:spMk id="8" creationId="{5B312B2A-8622-7B9A-571E-BA8362F3C535}"/>
          </ac:spMkLst>
        </pc:spChg>
        <pc:spChg chg="add mod">
          <ac:chgData name="logesh kumar" userId="03b8a8a85f941a3d" providerId="LiveId" clId="{B5C08A3A-3846-420B-8A2F-FAA45318B1E2}" dt="2026-08-18T01:31:35.133" v="194" actId="1076"/>
          <ac:spMkLst>
            <pc:docMk/>
            <pc:sldMk cId="763831667" sldId="271"/>
            <ac:spMk id="10" creationId="{3FE5C07F-D8E7-33C8-1C10-3EC0D118DB4F}"/>
          </ac:spMkLst>
        </pc:spChg>
      </pc:sldChg>
      <pc:sldChg chg="addSp delSp modSp mod">
        <pc:chgData name="logesh kumar" userId="03b8a8a85f941a3d" providerId="LiveId" clId="{B5C08A3A-3846-420B-8A2F-FAA45318B1E2}" dt="2026-08-18T01:36:00.105" v="225" actId="14100"/>
        <pc:sldMkLst>
          <pc:docMk/>
          <pc:sldMk cId="2994205564" sldId="272"/>
        </pc:sldMkLst>
        <pc:spChg chg="add mod">
          <ac:chgData name="logesh kumar" userId="03b8a8a85f941a3d" providerId="LiveId" clId="{B5C08A3A-3846-420B-8A2F-FAA45318B1E2}" dt="2026-08-18T01:35:08.935" v="211" actId="1076"/>
          <ac:spMkLst>
            <pc:docMk/>
            <pc:sldMk cId="2994205564" sldId="272"/>
            <ac:spMk id="2" creationId="{274AFCAA-5897-0BBF-D227-12750D22E84F}"/>
          </ac:spMkLst>
        </pc:spChg>
        <pc:spChg chg="add mod">
          <ac:chgData name="logesh kumar" userId="03b8a8a85f941a3d" providerId="LiveId" clId="{B5C08A3A-3846-420B-8A2F-FAA45318B1E2}" dt="2026-08-18T01:36:00.105" v="225" actId="14100"/>
          <ac:spMkLst>
            <pc:docMk/>
            <pc:sldMk cId="2994205564" sldId="272"/>
            <ac:spMk id="4" creationId="{D31E9E19-2A52-155A-990D-56E1C2E88C3B}"/>
          </ac:spMkLst>
        </pc:spChg>
        <pc:spChg chg="del mod">
          <ac:chgData name="logesh kumar" userId="03b8a8a85f941a3d" providerId="LiveId" clId="{B5C08A3A-3846-420B-8A2F-FAA45318B1E2}" dt="2026-08-18T01:35:36.675" v="218" actId="21"/>
          <ac:spMkLst>
            <pc:docMk/>
            <pc:sldMk cId="2994205564" sldId="272"/>
            <ac:spMk id="5" creationId="{80B78B81-97AC-6423-67CD-23E0C5BC2957}"/>
          </ac:spMkLst>
        </pc:spChg>
        <pc:picChg chg="mod">
          <ac:chgData name="logesh kumar" userId="03b8a8a85f941a3d" providerId="LiveId" clId="{B5C08A3A-3846-420B-8A2F-FAA45318B1E2}" dt="2026-08-18T01:34:47.033" v="206" actId="1076"/>
          <ac:picMkLst>
            <pc:docMk/>
            <pc:sldMk cId="2994205564" sldId="272"/>
            <ac:picMk id="3074" creationId="{58652B04-5A09-57A5-8055-C4C2A21971DD}"/>
          </ac:picMkLst>
        </pc:picChg>
      </pc:sldChg>
      <pc:sldChg chg="addSp modSp mod">
        <pc:chgData name="logesh kumar" userId="03b8a8a85f941a3d" providerId="LiveId" clId="{B5C08A3A-3846-420B-8A2F-FAA45318B1E2}" dt="2026-08-18T01:38:40.052" v="243" actId="1076"/>
        <pc:sldMkLst>
          <pc:docMk/>
          <pc:sldMk cId="734954570" sldId="273"/>
        </pc:sldMkLst>
        <pc:spChg chg="mod">
          <ac:chgData name="logesh kumar" userId="03b8a8a85f941a3d" providerId="LiveId" clId="{B5C08A3A-3846-420B-8A2F-FAA45318B1E2}" dt="2026-08-18T01:38:40.052" v="243" actId="1076"/>
          <ac:spMkLst>
            <pc:docMk/>
            <pc:sldMk cId="734954570" sldId="273"/>
            <ac:spMk id="2" creationId="{D716E396-6003-4F6F-3BE2-FCF8067DEDA9}"/>
          </ac:spMkLst>
        </pc:spChg>
        <pc:spChg chg="add mod">
          <ac:chgData name="logesh kumar" userId="03b8a8a85f941a3d" providerId="LiveId" clId="{B5C08A3A-3846-420B-8A2F-FAA45318B1E2}" dt="2026-08-18T01:38:35.703" v="241" actId="1076"/>
          <ac:spMkLst>
            <pc:docMk/>
            <pc:sldMk cId="734954570" sldId="273"/>
            <ac:spMk id="3" creationId="{38F1227D-3F4F-63B7-DA71-F48AA95291F6}"/>
          </ac:spMkLst>
        </pc:spChg>
        <pc:picChg chg="mod">
          <ac:chgData name="logesh kumar" userId="03b8a8a85f941a3d" providerId="LiveId" clId="{B5C08A3A-3846-420B-8A2F-FAA45318B1E2}" dt="2026-08-18T01:38:37.218" v="242" actId="1076"/>
          <ac:picMkLst>
            <pc:docMk/>
            <pc:sldMk cId="734954570" sldId="273"/>
            <ac:picMk id="4098" creationId="{C622284F-4420-8619-8CEC-A762F0CB013C}"/>
          </ac:picMkLst>
        </pc:picChg>
      </pc:sldChg>
      <pc:sldChg chg="addSp modSp mod">
        <pc:chgData name="logesh kumar" userId="03b8a8a85f941a3d" providerId="LiveId" clId="{B5C08A3A-3846-420B-8A2F-FAA45318B1E2}" dt="2026-08-18T01:42:26.052" v="269" actId="12"/>
        <pc:sldMkLst>
          <pc:docMk/>
          <pc:sldMk cId="2406030583" sldId="274"/>
        </pc:sldMkLst>
        <pc:spChg chg="add mod">
          <ac:chgData name="logesh kumar" userId="03b8a8a85f941a3d" providerId="LiveId" clId="{B5C08A3A-3846-420B-8A2F-FAA45318B1E2}" dt="2026-08-18T01:41:31.625" v="255" actId="1076"/>
          <ac:spMkLst>
            <pc:docMk/>
            <pc:sldMk cId="2406030583" sldId="274"/>
            <ac:spMk id="3" creationId="{7AA7F270-E20F-0B8A-43FE-55451EFCD61C}"/>
          </ac:spMkLst>
        </pc:spChg>
        <pc:spChg chg="add mod">
          <ac:chgData name="logesh kumar" userId="03b8a8a85f941a3d" providerId="LiveId" clId="{B5C08A3A-3846-420B-8A2F-FAA45318B1E2}" dt="2026-08-18T01:42:26.052" v="269" actId="12"/>
          <ac:spMkLst>
            <pc:docMk/>
            <pc:sldMk cId="2406030583" sldId="274"/>
            <ac:spMk id="5" creationId="{EF01C583-737A-3550-38B5-E3670BD5A498}"/>
          </ac:spMkLst>
        </pc:spChg>
        <pc:picChg chg="mod">
          <ac:chgData name="logesh kumar" userId="03b8a8a85f941a3d" providerId="LiveId" clId="{B5C08A3A-3846-420B-8A2F-FAA45318B1E2}" dt="2026-08-18T01:41:44.200" v="257" actId="14100"/>
          <ac:picMkLst>
            <pc:docMk/>
            <pc:sldMk cId="2406030583" sldId="274"/>
            <ac:picMk id="5122" creationId="{C4DB23EA-9C8B-55E6-A932-3157E7296DF8}"/>
          </ac:picMkLst>
        </pc:picChg>
      </pc:sldChg>
      <pc:sldChg chg="addSp delSp modSp mod">
        <pc:chgData name="logesh kumar" userId="03b8a8a85f941a3d" providerId="LiveId" clId="{B5C08A3A-3846-420B-8A2F-FAA45318B1E2}" dt="2026-08-18T01:47:43.678" v="304" actId="1076"/>
        <pc:sldMkLst>
          <pc:docMk/>
          <pc:sldMk cId="570911934" sldId="277"/>
        </pc:sldMkLst>
        <pc:spChg chg="mod">
          <ac:chgData name="logesh kumar" userId="03b8a8a85f941a3d" providerId="LiveId" clId="{B5C08A3A-3846-420B-8A2F-FAA45318B1E2}" dt="2026-08-18T01:47:43.678" v="304" actId="1076"/>
          <ac:spMkLst>
            <pc:docMk/>
            <pc:sldMk cId="570911934" sldId="277"/>
            <ac:spMk id="2" creationId="{57B8D84C-9EBD-FAC9-D7B4-B71AA6E74423}"/>
          </ac:spMkLst>
        </pc:spChg>
        <pc:spChg chg="del mod">
          <ac:chgData name="logesh kumar" userId="03b8a8a85f941a3d" providerId="LiveId" clId="{B5C08A3A-3846-420B-8A2F-FAA45318B1E2}" dt="2026-08-18T01:46:34.995" v="287" actId="21"/>
          <ac:spMkLst>
            <pc:docMk/>
            <pc:sldMk cId="570911934" sldId="277"/>
            <ac:spMk id="3" creationId="{E4645701-04C2-8A37-AEFF-BCC33F8FAA35}"/>
          </ac:spMkLst>
        </pc:spChg>
        <pc:spChg chg="add del mod">
          <ac:chgData name="logesh kumar" userId="03b8a8a85f941a3d" providerId="LiveId" clId="{B5C08A3A-3846-420B-8A2F-FAA45318B1E2}" dt="2026-08-18T01:46:40.005" v="288" actId="21"/>
          <ac:spMkLst>
            <pc:docMk/>
            <pc:sldMk cId="570911934" sldId="277"/>
            <ac:spMk id="5" creationId="{D3F14B83-04F2-B32F-EAF7-DED4D368D97A}"/>
          </ac:spMkLst>
        </pc:spChg>
        <pc:spChg chg="add mod">
          <ac:chgData name="logesh kumar" userId="03b8a8a85f941a3d" providerId="LiveId" clId="{B5C08A3A-3846-420B-8A2F-FAA45318B1E2}" dt="2026-08-18T01:47:39.121" v="303" actId="1076"/>
          <ac:spMkLst>
            <pc:docMk/>
            <pc:sldMk cId="570911934" sldId="277"/>
            <ac:spMk id="6" creationId="{84F18AF2-35DC-406D-2C31-0A7EA7377C77}"/>
          </ac:spMkLst>
        </pc:spChg>
      </pc:sldChg>
      <pc:sldChg chg="addSp delSp modSp new mod">
        <pc:chgData name="logesh kumar" userId="03b8a8a85f941a3d" providerId="LiveId" clId="{B5C08A3A-3846-420B-8A2F-FAA45318B1E2}" dt="2026-08-18T01:49:36.635" v="331" actId="1076"/>
        <pc:sldMkLst>
          <pc:docMk/>
          <pc:sldMk cId="2538132263" sldId="278"/>
        </pc:sldMkLst>
        <pc:spChg chg="del">
          <ac:chgData name="logesh kumar" userId="03b8a8a85f941a3d" providerId="LiveId" clId="{B5C08A3A-3846-420B-8A2F-FAA45318B1E2}" dt="2026-08-18T01:47:53.368" v="307" actId="21"/>
          <ac:spMkLst>
            <pc:docMk/>
            <pc:sldMk cId="2538132263" sldId="278"/>
            <ac:spMk id="2" creationId="{677A994F-5654-401A-9927-BA9400D1AA35}"/>
          </ac:spMkLst>
        </pc:spChg>
        <pc:spChg chg="del">
          <ac:chgData name="logesh kumar" userId="03b8a8a85f941a3d" providerId="LiveId" clId="{B5C08A3A-3846-420B-8A2F-FAA45318B1E2}" dt="2026-08-18T01:47:50.396" v="306" actId="21"/>
          <ac:spMkLst>
            <pc:docMk/>
            <pc:sldMk cId="2538132263" sldId="278"/>
            <ac:spMk id="3" creationId="{D664B0A2-CE51-33AA-370A-AC6F1BDCAEC4}"/>
          </ac:spMkLst>
        </pc:spChg>
        <pc:spChg chg="add mod">
          <ac:chgData name="logesh kumar" userId="03b8a8a85f941a3d" providerId="LiveId" clId="{B5C08A3A-3846-420B-8A2F-FAA45318B1E2}" dt="2026-08-18T01:49:36.635" v="331" actId="1076"/>
          <ac:spMkLst>
            <pc:docMk/>
            <pc:sldMk cId="2538132263" sldId="278"/>
            <ac:spMk id="5" creationId="{CDEDCAF1-B826-E975-E925-AD2E14A0357A}"/>
          </ac:spMkLst>
        </pc:spChg>
        <pc:spChg chg="add mod">
          <ac:chgData name="logesh kumar" userId="03b8a8a85f941a3d" providerId="LiveId" clId="{B5C08A3A-3846-420B-8A2F-FAA45318B1E2}" dt="2026-08-18T01:49:30.498" v="329" actId="12"/>
          <ac:spMkLst>
            <pc:docMk/>
            <pc:sldMk cId="2538132263" sldId="278"/>
            <ac:spMk id="6" creationId="{C12C7805-43FB-A983-1C1A-60F946A4D11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A396-C085-B547-4C98-5206D8F8C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3EE64-CF8F-9064-D7C1-743F7E37A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C1B13-B11B-ED74-7F81-EC834D0B8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F970A-FC36-B001-A1C0-2E7A23D90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5F78-7B0C-A706-BBAB-75038D02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92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1415-8FBB-012A-72C1-F22FE1A4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DB11F-18CD-1284-04D5-FB894C60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0DF9C-D1D4-B383-BD62-8986AFEA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AD375-F393-AB0B-347C-DE0B74F2F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B276F-236B-F13A-EF87-90D1DF6B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631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A05F-6A2C-A72F-0AEB-10D66C8D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3A7DA-4924-2DD8-BED2-AD8779452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55BD9-0D61-A050-C242-433004B0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5DC24-C471-903E-5A37-DB813AD1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7C3B1-5F97-74DE-F603-219FA65B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29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3332-B3B6-363C-4E1D-172A37859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630FD-BB70-BBBB-56C3-0252F5B4F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8AE38-F1F9-6610-8D02-F81073D62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53DEC-054C-FD39-3C7D-1B7ACC0F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0BEC3-90A9-996D-DFE4-76299BA71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37122-1519-05E2-323D-F44F86C3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358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05A9-970E-9C99-7062-D0250E1D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AEE92-7AD1-A97B-A821-276AE1D8C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DC384-DCD3-0098-473A-8CE1DAF00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4ED89-4289-02E7-9C22-0031C488A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65E88-6907-B985-5B8E-E8C9E302D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91C29-642F-F1EB-33E9-182DE8B74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92489-4D0C-CA73-F636-D23F4AF5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D365F-916F-4CD8-8AD5-C236411B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079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6365-C485-8FA4-9518-0C42A2EE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EAAA5-D482-97CA-6A60-34C22B44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E0F7C-3DBC-D24E-3633-CC9DDA37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1E0A2-66FC-C0AF-E71D-0E639DEB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87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503A60-0718-D317-50CE-D87B01D0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DEC83-4236-3889-38A1-7D5A474B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3D515-B036-8C2A-2416-C2C76514F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05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72DF-0507-C03A-DB42-B41DE2F7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B2A71-0B88-94AC-4E5C-EA9569E0D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E056E-F3FC-43A0-B938-BB80C6DB7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E5993-0E52-D69E-C93C-0B02EFEE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897AB-EA7A-C4FB-5D0F-3DF6065D4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3AD8A-C985-2CF5-1042-C3220191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746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1CA7-A2E6-1D4C-D462-CDAD66A8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D5A387-109F-BF36-E773-75C9FF6A8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16D6F-0F68-3DE2-A478-D34E521FB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91989-91E4-E1D6-50F2-F3D0751AF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8E152-E8CF-48C7-C196-F3D8F332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87826-377A-6589-C81A-7B7019A9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82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FD1E-149D-E297-B4E2-8F205E87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DEEE6-DCAB-789F-4D65-2EA75D50A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35191-A252-80FC-5FFB-9EB2F0AEB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1CDFB-6918-8D13-78BC-D05A8204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6126-69BF-5283-F6C1-68783E6A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42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27D86-4F55-4A0F-2A4C-66789F9EA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C43EE-38AF-7AC5-F2FA-53E5AE8F8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49A70-0B1D-8383-EB18-C999349F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AAB9F-39A8-D759-FAF6-926550FA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F769-36DF-60A1-EF17-2D55A1D9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17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02C7F2-3EDF-F8AB-A9C1-FFA260B9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5988C-CA81-C233-4EE5-F301DD63D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AC7EA-219E-089E-1CE8-744B541E2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7F65C-B5FA-438E-B286-3F0EB00F0D90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41EB9-7ED0-2CD3-C40C-A2EC9F69F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CDA15-4C3C-13D1-6813-3791FF92D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E999B-24AD-410C-9306-AF351FE44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96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03701E-63FE-EFFE-14CB-0023A6D1DE88}"/>
              </a:ext>
            </a:extLst>
          </p:cNvPr>
          <p:cNvSpPr txBox="1">
            <a:spLocks/>
          </p:cNvSpPr>
          <p:nvPr/>
        </p:nvSpPr>
        <p:spPr>
          <a:xfrm>
            <a:off x="1150069" y="1040087"/>
            <a:ext cx="10086681" cy="719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58EA2F-A5C6-4F25-9AF7-F04C037D12EA}"/>
              </a:ext>
            </a:extLst>
          </p:cNvPr>
          <p:cNvSpPr txBox="1">
            <a:spLocks/>
          </p:cNvSpPr>
          <p:nvPr/>
        </p:nvSpPr>
        <p:spPr>
          <a:xfrm>
            <a:off x="1150069" y="2121031"/>
            <a:ext cx="10086681" cy="4329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–  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ANALYTICS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A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BA9AB34-3153-148C-BD58-88EAE9D95A0F}"/>
              </a:ext>
            </a:extLst>
          </p:cNvPr>
          <p:cNvSpPr/>
          <p:nvPr/>
        </p:nvSpPr>
        <p:spPr>
          <a:xfrm>
            <a:off x="1676400" y="754134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TESLA STOCK PRICE PREDICTION</a:t>
            </a:r>
          </a:p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DEEP LEARNING (SimpleRNN &amp; LSTM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1978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901061E-4BEB-3140-E30F-C10DC3DDDB44}"/>
              </a:ext>
            </a:extLst>
          </p:cNvPr>
          <p:cNvSpPr/>
          <p:nvPr/>
        </p:nvSpPr>
        <p:spPr>
          <a:xfrm>
            <a:off x="311332" y="279111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OVERVIEW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048B1847-B6BC-88A6-E007-DF8A9B2143B6}"/>
              </a:ext>
            </a:extLst>
          </p:cNvPr>
          <p:cNvSpPr/>
          <p:nvPr/>
        </p:nvSpPr>
        <p:spPr>
          <a:xfrm>
            <a:off x="4556761" y="124669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&amp; Dataset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3F74E155-3A5B-D99A-CCAF-BC2247853E08}"/>
              </a:ext>
            </a:extLst>
          </p:cNvPr>
          <p:cNvSpPr/>
          <p:nvPr/>
        </p:nvSpPr>
        <p:spPr>
          <a:xfrm>
            <a:off x="4478385" y="2197907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Cleaning &amp; EDA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C13DC962-9D0D-9EA3-4D8E-DF965E34823B}"/>
              </a:ext>
            </a:extLst>
          </p:cNvPr>
          <p:cNvSpPr/>
          <p:nvPr/>
        </p:nvSpPr>
        <p:spPr>
          <a:xfrm>
            <a:off x="4362996" y="314373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Prep &amp; Sequencing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C5D3E203-47B4-E886-5034-D0C98AC25493}"/>
              </a:ext>
            </a:extLst>
          </p:cNvPr>
          <p:cNvSpPr/>
          <p:nvPr/>
        </p:nvSpPr>
        <p:spPr>
          <a:xfrm>
            <a:off x="4251962" y="420585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SimpleRNN &amp; LSTM Models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6CCDFC65-5134-2A11-7D90-935C4011665B}"/>
              </a:ext>
            </a:extLst>
          </p:cNvPr>
          <p:cNvSpPr/>
          <p:nvPr/>
        </p:nvSpPr>
        <p:spPr>
          <a:xfrm>
            <a:off x="4617722" y="5190171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Tuning &amp; Forecasting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24">
            <a:extLst>
              <a:ext uri="{FF2B5EF4-FFF2-40B4-BE49-F238E27FC236}">
                <a16:creationId xmlns:a16="http://schemas.microsoft.com/office/drawing/2014/main" id="{263C7E96-9D88-C275-E228-D8381CDAA420}"/>
              </a:ext>
            </a:extLst>
          </p:cNvPr>
          <p:cNvSpPr/>
          <p:nvPr/>
        </p:nvSpPr>
        <p:spPr>
          <a:xfrm>
            <a:off x="4251962" y="61744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NLP Sentiment &amp; Conclusion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4292633-DDE1-AE55-631C-1B5971484604}"/>
              </a:ext>
            </a:extLst>
          </p:cNvPr>
          <p:cNvSpPr/>
          <p:nvPr/>
        </p:nvSpPr>
        <p:spPr>
          <a:xfrm>
            <a:off x="5538652" y="1686117"/>
            <a:ext cx="278674" cy="44255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098B12D-4052-8AFE-08A2-07A1D1007819}"/>
              </a:ext>
            </a:extLst>
          </p:cNvPr>
          <p:cNvSpPr/>
          <p:nvPr/>
        </p:nvSpPr>
        <p:spPr>
          <a:xfrm>
            <a:off x="5538652" y="2641392"/>
            <a:ext cx="278674" cy="44255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3DB4EEE-640A-8E8A-70B8-590E00F72597}"/>
              </a:ext>
            </a:extLst>
          </p:cNvPr>
          <p:cNvSpPr/>
          <p:nvPr/>
        </p:nvSpPr>
        <p:spPr>
          <a:xfrm>
            <a:off x="5538652" y="3647011"/>
            <a:ext cx="278674" cy="44255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9938619-C481-C76C-2049-83A3BED18E96}"/>
              </a:ext>
            </a:extLst>
          </p:cNvPr>
          <p:cNvSpPr/>
          <p:nvPr/>
        </p:nvSpPr>
        <p:spPr>
          <a:xfrm>
            <a:off x="5599612" y="4685179"/>
            <a:ext cx="278674" cy="44255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0E8E9B2-8E93-C4C1-DA25-F05617731B7D}"/>
              </a:ext>
            </a:extLst>
          </p:cNvPr>
          <p:cNvSpPr/>
          <p:nvPr/>
        </p:nvSpPr>
        <p:spPr>
          <a:xfrm>
            <a:off x="5660573" y="5771223"/>
            <a:ext cx="278674" cy="44255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21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60AF87EF-6347-8874-3149-5AE1D06F4345}"/>
              </a:ext>
            </a:extLst>
          </p:cNvPr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PREDICTING TESLA’S CLOSING PRICE</a:t>
            </a:r>
            <a:endParaRPr lang="en-US" sz="3000" dirty="0"/>
          </a:p>
          <a:p>
            <a:pPr marL="0" indent="0" algn="ctr">
              <a:buNone/>
            </a:pP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5" name="Shape 21">
            <a:extLst>
              <a:ext uri="{FF2B5EF4-FFF2-40B4-BE49-F238E27FC236}">
                <a16:creationId xmlns:a16="http://schemas.microsoft.com/office/drawing/2014/main" id="{BAAEF2B6-137F-7651-F435-E3758975CCC8}"/>
              </a:ext>
            </a:extLst>
          </p:cNvPr>
          <p:cNvSpPr/>
          <p:nvPr/>
        </p:nvSpPr>
        <p:spPr>
          <a:xfrm>
            <a:off x="6791211" y="1820837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22">
            <a:extLst>
              <a:ext uri="{FF2B5EF4-FFF2-40B4-BE49-F238E27FC236}">
                <a16:creationId xmlns:a16="http://schemas.microsoft.com/office/drawing/2014/main" id="{4224894F-1406-7C1E-C644-42FD1DC299E9}"/>
              </a:ext>
            </a:extLst>
          </p:cNvPr>
          <p:cNvSpPr/>
          <p:nvPr/>
        </p:nvSpPr>
        <p:spPr>
          <a:xfrm>
            <a:off x="6699771" y="1796341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</a:rPr>
              <a:t>7 </a:t>
            </a:r>
            <a:endParaRPr lang="en-US" sz="3000" dirty="0"/>
          </a:p>
        </p:txBody>
      </p:sp>
      <p:sp>
        <p:nvSpPr>
          <p:cNvPr id="7" name="Text 23">
            <a:extLst>
              <a:ext uri="{FF2B5EF4-FFF2-40B4-BE49-F238E27FC236}">
                <a16:creationId xmlns:a16="http://schemas.microsoft.com/office/drawing/2014/main" id="{591D08C7-F6D0-D2C0-26FA-E36D9D5BF2CD}"/>
              </a:ext>
            </a:extLst>
          </p:cNvPr>
          <p:cNvSpPr/>
          <p:nvPr/>
        </p:nvSpPr>
        <p:spPr>
          <a:xfrm>
            <a:off x="6998599" y="258205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Column: Date,Open,High,Low , close, Adj close, Volume  </a:t>
            </a:r>
            <a:endParaRPr lang="en-US" sz="1100" dirty="0"/>
          </a:p>
        </p:txBody>
      </p:sp>
      <p:sp>
        <p:nvSpPr>
          <p:cNvPr id="8" name="Shape 24">
            <a:extLst>
              <a:ext uri="{FF2B5EF4-FFF2-40B4-BE49-F238E27FC236}">
                <a16:creationId xmlns:a16="http://schemas.microsoft.com/office/drawing/2014/main" id="{987EC5E3-EEF4-9E82-1C2A-D365F91418DE}"/>
              </a:ext>
            </a:extLst>
          </p:cNvPr>
          <p:cNvSpPr/>
          <p:nvPr/>
        </p:nvSpPr>
        <p:spPr>
          <a:xfrm>
            <a:off x="9478696" y="1820837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25">
            <a:extLst>
              <a:ext uri="{FF2B5EF4-FFF2-40B4-BE49-F238E27FC236}">
                <a16:creationId xmlns:a16="http://schemas.microsoft.com/office/drawing/2014/main" id="{E78CD004-CCF1-97D3-85BA-9C2BA0D5247F}"/>
              </a:ext>
            </a:extLst>
          </p:cNvPr>
          <p:cNvSpPr/>
          <p:nvPr/>
        </p:nvSpPr>
        <p:spPr>
          <a:xfrm>
            <a:off x="9478696" y="1749594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2010-2020</a:t>
            </a:r>
            <a:endParaRPr lang="en-US" sz="3000" dirty="0"/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6A984A6A-F7C6-DC5C-6D15-028971EEEF30}"/>
              </a:ext>
            </a:extLst>
          </p:cNvPr>
          <p:cNvSpPr/>
          <p:nvPr/>
        </p:nvSpPr>
        <p:spPr>
          <a:xfrm>
            <a:off x="9545628" y="252683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range covered</a:t>
            </a:r>
            <a:endParaRPr lang="en-US" sz="1100" dirty="0"/>
          </a:p>
        </p:txBody>
      </p:sp>
      <p:sp>
        <p:nvSpPr>
          <p:cNvPr id="11" name="Shape 27">
            <a:extLst>
              <a:ext uri="{FF2B5EF4-FFF2-40B4-BE49-F238E27FC236}">
                <a16:creationId xmlns:a16="http://schemas.microsoft.com/office/drawing/2014/main" id="{5CE9D502-F8FE-34F5-FB6E-AAB330DF411B}"/>
              </a:ext>
            </a:extLst>
          </p:cNvPr>
          <p:cNvSpPr/>
          <p:nvPr/>
        </p:nvSpPr>
        <p:spPr>
          <a:xfrm>
            <a:off x="6815719" y="3227378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28">
            <a:extLst>
              <a:ext uri="{FF2B5EF4-FFF2-40B4-BE49-F238E27FC236}">
                <a16:creationId xmlns:a16="http://schemas.microsoft.com/office/drawing/2014/main" id="{29C13D7C-D0B7-2B6E-22C3-B9DE0ED2B9F7}"/>
              </a:ext>
            </a:extLst>
          </p:cNvPr>
          <p:cNvSpPr/>
          <p:nvPr/>
        </p:nvSpPr>
        <p:spPr>
          <a:xfrm>
            <a:off x="6699771" y="320408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2,416</a:t>
            </a:r>
            <a:endParaRPr lang="en-US" sz="3000" dirty="0"/>
          </a:p>
        </p:txBody>
      </p:sp>
      <p:sp>
        <p:nvSpPr>
          <p:cNvPr id="13" name="Text 29">
            <a:extLst>
              <a:ext uri="{FF2B5EF4-FFF2-40B4-BE49-F238E27FC236}">
                <a16:creationId xmlns:a16="http://schemas.microsoft.com/office/drawing/2014/main" id="{12292705-17D2-5CA2-7F52-7B78724C2B18}"/>
              </a:ext>
            </a:extLst>
          </p:cNvPr>
          <p:cNvSpPr/>
          <p:nvPr/>
        </p:nvSpPr>
        <p:spPr>
          <a:xfrm>
            <a:off x="6845738" y="40447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100" dirty="0"/>
          </a:p>
        </p:txBody>
      </p:sp>
      <p:sp>
        <p:nvSpPr>
          <p:cNvPr id="14" name="Shape 30">
            <a:extLst>
              <a:ext uri="{FF2B5EF4-FFF2-40B4-BE49-F238E27FC236}">
                <a16:creationId xmlns:a16="http://schemas.microsoft.com/office/drawing/2014/main" id="{51271FE2-5260-D4E7-1255-0485895D6383}"/>
              </a:ext>
            </a:extLst>
          </p:cNvPr>
          <p:cNvSpPr/>
          <p:nvPr/>
        </p:nvSpPr>
        <p:spPr>
          <a:xfrm>
            <a:off x="9478696" y="3235234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31">
            <a:extLst>
              <a:ext uri="{FF2B5EF4-FFF2-40B4-BE49-F238E27FC236}">
                <a16:creationId xmlns:a16="http://schemas.microsoft.com/office/drawing/2014/main" id="{94690DA4-0296-B41B-1364-B551DDDF7395}"/>
              </a:ext>
            </a:extLst>
          </p:cNvPr>
          <p:cNvSpPr/>
          <p:nvPr/>
        </p:nvSpPr>
        <p:spPr>
          <a:xfrm>
            <a:off x="9420105" y="3291653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</a:rPr>
              <a:t>0</a:t>
            </a:r>
            <a:endParaRPr lang="en-US" sz="3000" dirty="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725D7E-C2B3-1C80-6D6C-158280BF9406}"/>
              </a:ext>
            </a:extLst>
          </p:cNvPr>
          <p:cNvSpPr/>
          <p:nvPr/>
        </p:nvSpPr>
        <p:spPr>
          <a:xfrm>
            <a:off x="9478696" y="4204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/ </a:t>
            </a:r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found </a:t>
            </a:r>
            <a:endParaRPr lang="en-US" sz="1100" dirty="0"/>
          </a:p>
        </p:txBody>
      </p:sp>
      <p:sp>
        <p:nvSpPr>
          <p:cNvPr id="17" name="Text 34">
            <a:extLst>
              <a:ext uri="{FF2B5EF4-FFF2-40B4-BE49-F238E27FC236}">
                <a16:creationId xmlns:a16="http://schemas.microsoft.com/office/drawing/2014/main" id="{92763557-E62B-1F16-A5A6-66245F3FCCA1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0DD99E-A08E-6A93-80C3-58577316C1A1}"/>
              </a:ext>
            </a:extLst>
          </p:cNvPr>
          <p:cNvSpPr txBox="1"/>
          <p:nvPr/>
        </p:nvSpPr>
        <p:spPr>
          <a:xfrm>
            <a:off x="512331" y="1796341"/>
            <a:ext cx="6096000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deep learning models that learn from Tesla's historical price history and forecast the Adjusted Close price 1, 5, and 10 days into the future — then compare SimpleRNN against LSTM to see which architecture generalizes better.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443940A-E22B-7A57-3205-C687800B2641}"/>
              </a:ext>
            </a:extLst>
          </p:cNvPr>
          <p:cNvSpPr/>
          <p:nvPr/>
        </p:nvSpPr>
        <p:spPr>
          <a:xfrm>
            <a:off x="888274" y="4583632"/>
            <a:ext cx="6230983" cy="612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explore the daily OHLCV data (2010–2020)</a:t>
            </a:r>
          </a:p>
          <a:p>
            <a:endParaRPr lang="en-US" sz="13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60-day sliding window as model input</a:t>
            </a:r>
            <a:endParaRPr lang="en-US" sz="1300" dirty="0"/>
          </a:p>
          <a:p>
            <a:endParaRPr lang="en-US" sz="13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SimpleRNN and LSTM for 3 forecast horizons</a:t>
            </a:r>
          </a:p>
          <a:p>
            <a:endParaRPr lang="en-US" sz="13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with GridSearchCV</a:t>
            </a:r>
          </a:p>
          <a:p>
            <a:endParaRPr lang="en-US" sz="13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NLP layer: headline sentiment vs. returns</a:t>
            </a:r>
            <a:endParaRPr lang="en-US" sz="1300" dirty="0"/>
          </a:p>
          <a:p>
            <a:endParaRPr lang="en-US" sz="1300" dirty="0"/>
          </a:p>
          <a:p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20341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8B3CD43F-494F-9E11-0E12-35F7E9FC04CF}"/>
              </a:ext>
            </a:extLst>
          </p:cNvPr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40EEA2D-8C5A-E3F9-B2F9-9B9997EB7924}"/>
              </a:ext>
            </a:extLst>
          </p:cNvPr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8FA"/>
          </a:solidFill>
          <a:ln w="12700">
            <a:solidFill>
              <a:srgbClr val="E3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03D4381-5BDA-DA16-9CA7-37B522351D43}"/>
              </a:ext>
            </a:extLst>
          </p:cNvPr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F882244-5E7F-5BA0-D2CD-A419B50C3A25}"/>
              </a:ext>
            </a:extLst>
          </p:cNvPr>
          <p:cNvSpPr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18081F8-D355-5805-E147-EB1A3299E0B7}"/>
              </a:ext>
            </a:extLst>
          </p:cNvPr>
          <p:cNvSpPr/>
          <p:nvPr/>
        </p:nvSpPr>
        <p:spPr>
          <a:xfrm>
            <a:off x="1417320" y="1828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integrity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4F7845E-758D-45BC-E0DF-EF2D65EBD23A}"/>
              </a:ext>
            </a:extLst>
          </p:cNvPr>
          <p:cNvSpPr/>
          <p:nvPr/>
        </p:nvSpPr>
        <p:spPr>
          <a:xfrm>
            <a:off x="4297680" y="182880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 and duplicated().sum() confirmed zero missing values and zero duplicate rows in TSLA.csv.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4888771-32FE-D445-E58F-E4F44EA9D23E}"/>
              </a:ext>
            </a:extLst>
          </p:cNvPr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B67BE3F-6DA4-5056-3BA6-7E6097A346DA}"/>
              </a:ext>
            </a:extLst>
          </p:cNvPr>
          <p:cNvSpPr/>
          <p:nvPr/>
        </p:nvSpPr>
        <p:spPr>
          <a:xfrm>
            <a:off x="777240" y="30906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F9E6AB2-0091-931E-702B-4CF6B34B672A}"/>
              </a:ext>
            </a:extLst>
          </p:cNvPr>
          <p:cNvSpPr/>
          <p:nvPr/>
        </p:nvSpPr>
        <p:spPr>
          <a:xfrm>
            <a:off x="77724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28289A7-3257-C926-1F04-3F1958564540}"/>
              </a:ext>
            </a:extLst>
          </p:cNvPr>
          <p:cNvSpPr/>
          <p:nvPr/>
        </p:nvSpPr>
        <p:spPr>
          <a:xfrm>
            <a:off x="1417320" y="2926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missing-value strategy</a:t>
            </a:r>
            <a:endParaRPr lang="en-US" sz="14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1F3BD58-A4DD-31E2-C960-9134650B66F8}"/>
              </a:ext>
            </a:extLst>
          </p:cNvPr>
          <p:cNvSpPr/>
          <p:nvPr/>
        </p:nvSpPr>
        <p:spPr>
          <a:xfrm>
            <a:off x="4297680" y="292608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copy, injected artificial NaNs and resolved them with forward-fill + linear interpolation — the right approach for sequential price data.</a:t>
            </a:r>
            <a:endParaRPr lang="en-US" sz="12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B4CFBA4-09C5-C224-620D-CD96A403BDF2}"/>
              </a:ext>
            </a:extLst>
          </p:cNvPr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8FA"/>
          </a:solidFill>
          <a:ln w="12700">
            <a:solidFill>
              <a:srgbClr val="E3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61ABBF4-A1D7-6A68-9181-0771D0B8FA3B}"/>
              </a:ext>
            </a:extLst>
          </p:cNvPr>
          <p:cNvSpPr/>
          <p:nvPr/>
        </p:nvSpPr>
        <p:spPr>
          <a:xfrm>
            <a:off x="777240" y="41879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BA2DBDD-EB84-54C2-E525-53300B43CDD4}"/>
              </a:ext>
            </a:extLst>
          </p:cNvPr>
          <p:cNvSpPr/>
          <p:nvPr/>
        </p:nvSpPr>
        <p:spPr>
          <a:xfrm>
            <a:off x="77724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BE0D6E6-2D96-BCAC-C1A7-B2B4E8B92706}"/>
              </a:ext>
            </a:extLst>
          </p:cNvPr>
          <p:cNvSpPr/>
          <p:nvPr/>
        </p:nvSpPr>
        <p:spPr>
          <a:xfrm>
            <a:off x="1417320" y="40233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indexing</a:t>
            </a:r>
            <a:endParaRPr lang="en-US" sz="14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4E78CA7-42F1-6169-A038-D3D0D18161D4}"/>
              </a:ext>
            </a:extLst>
          </p:cNvPr>
          <p:cNvSpPr/>
          <p:nvPr/>
        </p:nvSpPr>
        <p:spPr>
          <a:xfrm>
            <a:off x="4297680" y="402336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 to datetime, sorted chronologically, and set it as the DataFrame index.</a:t>
            </a:r>
            <a:endParaRPr lang="en-US" sz="12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24103BA-7D8C-D8EE-FD87-52282075F336}"/>
              </a:ext>
            </a:extLst>
          </p:cNvPr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C2D499F-D9BD-3F37-0A5C-AA9FDB99ECD4}"/>
              </a:ext>
            </a:extLst>
          </p:cNvPr>
          <p:cNvSpPr/>
          <p:nvPr/>
        </p:nvSpPr>
        <p:spPr>
          <a:xfrm>
            <a:off x="777240" y="52852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107CC2E-FA55-7A99-A408-8F62D056AE8E}"/>
              </a:ext>
            </a:extLst>
          </p:cNvPr>
          <p:cNvSpPr/>
          <p:nvPr/>
        </p:nvSpPr>
        <p:spPr>
          <a:xfrm>
            <a:off x="777240" y="5285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AB8E96B-5042-02DE-9C3E-82D94882DD69}"/>
              </a:ext>
            </a:extLst>
          </p:cNvPr>
          <p:cNvSpPr/>
          <p:nvPr/>
        </p:nvSpPr>
        <p:spPr>
          <a:xfrm>
            <a:off x="1417320" y="51206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selection</a:t>
            </a:r>
            <a:endParaRPr lang="en-US" sz="14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FBA15BB-2E93-B906-BD10-453232AB2393}"/>
              </a:ext>
            </a:extLst>
          </p:cNvPr>
          <p:cNvSpPr/>
          <p:nvPr/>
        </p:nvSpPr>
        <p:spPr>
          <a:xfrm>
            <a:off x="4297680" y="512064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Close chosen as the prediction target followed by project specifications.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4798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654F45-D098-8BDF-E4C2-F16379822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540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FEATURE DISTRIBUTION </a:t>
            </a:r>
            <a:endParaRPr lang="en-IN" sz="3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46305E5-6ED4-7510-5EEC-CB3D369E4F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30" y="1274677"/>
            <a:ext cx="6168715" cy="41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BDBE5E-10BD-B351-6EA2-D972ECAF2DAB}"/>
              </a:ext>
            </a:extLst>
          </p:cNvPr>
          <p:cNvSpPr txBox="1"/>
          <p:nvPr/>
        </p:nvSpPr>
        <p:spPr>
          <a:xfrm>
            <a:off x="573579" y="5583323"/>
            <a:ext cx="7184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i="1" dirty="0">
                <a:solidFill>
                  <a:schemeClr val="accent1"/>
                </a:solidFill>
              </a:rPr>
              <a:t>Histograms showing the distribution of Open, High, Low, Close, Adj Close, and Volume features.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E2B21-D14F-1420-BA93-0395D9BA8494}"/>
              </a:ext>
            </a:extLst>
          </p:cNvPr>
          <p:cNvSpPr txBox="1"/>
          <p:nvPr/>
        </p:nvSpPr>
        <p:spPr>
          <a:xfrm>
            <a:off x="7292186" y="2107502"/>
            <a:ext cx="47751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86E9736-A152-5F11-C0BB-8D3ADD289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0830" y="2564982"/>
            <a:ext cx="47307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features show similar distributions.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prices are concentrated in lower ranges.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Volume is strongly right-skewed.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tails indicate high-value observations. </a:t>
            </a:r>
          </a:p>
        </p:txBody>
      </p:sp>
    </p:spTree>
    <p:extLst>
      <p:ext uri="{BB962C8B-B14F-4D97-AF65-F5344CB8AC3E}">
        <p14:creationId xmlns:p14="http://schemas.microsoft.com/office/powerpoint/2010/main" val="1954729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DF444C-B058-B25F-D670-10A21984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6722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ANALYSIS- PRICE TREND &amp; TRADING VOLUME</a:t>
            </a:r>
            <a:endParaRPr lang="en-IN" sz="2800" dirty="0"/>
          </a:p>
        </p:txBody>
      </p:sp>
      <p:pic>
        <p:nvPicPr>
          <p:cNvPr id="5" name="Image 0" descr="cell15_img1.png">
            <a:extLst>
              <a:ext uri="{FF2B5EF4-FFF2-40B4-BE49-F238E27FC236}">
                <a16:creationId xmlns:a16="http://schemas.microsoft.com/office/drawing/2014/main" id="{F1457D9B-E43A-F4B5-BE27-804F5D169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40" y="1425556"/>
            <a:ext cx="5160819" cy="2360968"/>
          </a:xfrm>
          <a:prstGeom prst="rect">
            <a:avLst/>
          </a:prstGeom>
        </p:spPr>
      </p:pic>
      <p:pic>
        <p:nvPicPr>
          <p:cNvPr id="6" name="Image 1" descr="cell16_img2.png">
            <a:extLst>
              <a:ext uri="{FF2B5EF4-FFF2-40B4-BE49-F238E27FC236}">
                <a16:creationId xmlns:a16="http://schemas.microsoft.com/office/drawing/2014/main" id="{D3DC980A-D39F-6675-725F-4B7C634E3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0644"/>
            <a:ext cx="5160819" cy="23609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F3D842-4D78-2AD5-7A4B-F7DA762B5DD2}"/>
              </a:ext>
            </a:extLst>
          </p:cNvPr>
          <p:cNvSpPr txBox="1"/>
          <p:nvPr/>
        </p:nvSpPr>
        <p:spPr>
          <a:xfrm>
            <a:off x="6991849" y="3105910"/>
            <a:ext cx="1686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89182C0-DFED-8C1E-4C25-0FEF90D6E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849" y="3105910"/>
            <a:ext cx="445025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long-term price growth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volume spikes during major movements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volatility in later years </a:t>
            </a:r>
          </a:p>
        </p:txBody>
      </p:sp>
    </p:spTree>
    <p:extLst>
      <p:ext uri="{BB962C8B-B14F-4D97-AF65-F5344CB8AC3E}">
        <p14:creationId xmlns:p14="http://schemas.microsoft.com/office/powerpoint/2010/main" val="379309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ABB0DD-F5C0-D9B2-F1C4-4C3B89823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– CORRELATION HEAT MAP</a:t>
            </a:r>
            <a:endParaRPr lang="en-IN" sz="2800" dirty="0"/>
          </a:p>
        </p:txBody>
      </p:sp>
      <p:pic>
        <p:nvPicPr>
          <p:cNvPr id="5" name="Image 2" descr="cell20_img6.png">
            <a:extLst>
              <a:ext uri="{FF2B5EF4-FFF2-40B4-BE49-F238E27FC236}">
                <a16:creationId xmlns:a16="http://schemas.microsoft.com/office/drawing/2014/main" id="{028AA308-6A29-22EC-2D94-BCBD99157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467" y="2059830"/>
            <a:ext cx="5119712" cy="35693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95950A-F6D5-478E-E51F-C444C96F1ED9}"/>
              </a:ext>
            </a:extLst>
          </p:cNvPr>
          <p:cNvSpPr txBox="1"/>
          <p:nvPr/>
        </p:nvSpPr>
        <p:spPr>
          <a:xfrm>
            <a:off x="6490162" y="2828835"/>
            <a:ext cx="4515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Strong correlation</a:t>
            </a:r>
            <a:r>
              <a:rPr lang="en-US" dirty="0"/>
              <a:t> among price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Volume</a:t>
            </a:r>
            <a:r>
              <a:rPr lang="en-US" dirty="0"/>
              <a:t> shows moderate correlation (~0.5).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 features provide </a:t>
            </a:r>
            <a:r>
              <a:rPr lang="en-US" b="1" dirty="0"/>
              <a:t>similar information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 adds </a:t>
            </a:r>
            <a:r>
              <a:rPr lang="en-US" b="1" dirty="0"/>
              <a:t>additional information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8622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C9FA439C-70CF-BE40-1BDF-BAD4BC186C43}"/>
              </a:ext>
            </a:extLst>
          </p:cNvPr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OUTLIER ANALYSIS</a:t>
            </a:r>
            <a:endParaRPr lang="en-US" sz="3000" dirty="0"/>
          </a:p>
        </p:txBody>
      </p:sp>
      <p:pic>
        <p:nvPicPr>
          <p:cNvPr id="5" name="Image 0" descr="/home/claude/nb_images/07_boxplot.png">
            <a:extLst>
              <a:ext uri="{FF2B5EF4-FFF2-40B4-BE49-F238E27FC236}">
                <a16:creationId xmlns:a16="http://schemas.microsoft.com/office/drawing/2014/main" id="{CCCAF51B-54F7-EB14-2A4F-D8613DD3E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0174"/>
            <a:ext cx="5200227" cy="45445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D2BE851-5C81-BAD7-F05E-85758FC4F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662" y="2706961"/>
            <a:ext cx="629531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 shows outliers in all price features.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values are within the normal range.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High-value points appear as potential outliers.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may represent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market price movements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2684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A39CD2B0-BA90-235D-0BA7-E4E5AE63FEE3}"/>
              </a:ext>
            </a:extLst>
          </p:cNvPr>
          <p:cNvSpPr/>
          <p:nvPr/>
        </p:nvSpPr>
        <p:spPr>
          <a:xfrm>
            <a:off x="548640" y="685800"/>
            <a:ext cx="119287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kern="0" spc="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PREPARATION</a:t>
            </a:r>
            <a:r>
              <a:rPr lang="en-US" sz="3200" kern="0" spc="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200" kern="0" spc="200" dirty="0"/>
              <a:t>– </a:t>
            </a:r>
            <a:r>
              <a:rPr lang="en-US" sz="3000" b="1" kern="0" spc="2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SCALING </a:t>
            </a: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SEQUENCE CREATION</a:t>
            </a:r>
            <a:endParaRPr lang="en-US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CAA163A-E1F8-6F3A-A932-2BFB96686332}"/>
              </a:ext>
            </a:extLst>
          </p:cNvPr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9006597-47EC-AFA5-2546-177AC4B1187F}"/>
              </a:ext>
            </a:extLst>
          </p:cNvPr>
          <p:cNvSpPr/>
          <p:nvPr/>
        </p:nvSpPr>
        <p:spPr>
          <a:xfrm>
            <a:off x="731520" y="2103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 Split</a:t>
            </a:r>
            <a:endParaRPr lang="en-US" sz="1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9D12AE9-45EC-8724-0384-2CC1F8121A08}"/>
              </a:ext>
            </a:extLst>
          </p:cNvPr>
          <p:cNvSpPr/>
          <p:nvPr/>
        </p:nvSpPr>
        <p:spPr>
          <a:xfrm>
            <a:off x="731520" y="29718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train/test split — no shuffling, since future data must never leak into training.</a:t>
            </a:r>
            <a:endParaRPr lang="en-US" sz="11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4CD5C31-4CC6-3DAA-D107-4C475602D082}"/>
              </a:ext>
            </a:extLst>
          </p:cNvPr>
          <p:cNvSpPr/>
          <p:nvPr/>
        </p:nvSpPr>
        <p:spPr>
          <a:xfrm>
            <a:off x="3302231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B6B2974-8DD5-179C-E2D6-972F88BEA806}"/>
              </a:ext>
            </a:extLst>
          </p:cNvPr>
          <p:cNvSpPr/>
          <p:nvPr/>
        </p:nvSpPr>
        <p:spPr>
          <a:xfrm>
            <a:off x="3566160" y="2103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MinMaxScaler</a:t>
            </a:r>
            <a:endParaRPr lang="en-US" sz="17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38C73A0-FCCE-ED0E-397E-A7B323244384}"/>
              </a:ext>
            </a:extLst>
          </p:cNvPr>
          <p:cNvSpPr/>
          <p:nvPr/>
        </p:nvSpPr>
        <p:spPr>
          <a:xfrm>
            <a:off x="3566160" y="29718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strictly on the training set, then applied to both train and test — prevents data leakage.</a:t>
            </a:r>
            <a:endParaRPr lang="en-US" sz="11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4EE917A-6543-BF8A-FC8C-B1692B740795}"/>
              </a:ext>
            </a:extLst>
          </p:cNvPr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66CA532-7BB0-3837-64CE-E5A26CEA9224}"/>
              </a:ext>
            </a:extLst>
          </p:cNvPr>
          <p:cNvSpPr/>
          <p:nvPr/>
        </p:nvSpPr>
        <p:spPr>
          <a:xfrm>
            <a:off x="6400800" y="2103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60-Day Window</a:t>
            </a:r>
            <a:endParaRPr lang="en-US" sz="17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8B2C8AC-AB89-D289-FA16-CBC2B1A3BF5D}"/>
              </a:ext>
            </a:extLst>
          </p:cNvPr>
          <p:cNvSpPr/>
          <p:nvPr/>
        </p:nvSpPr>
        <p:spPr>
          <a:xfrm>
            <a:off x="6400800" y="29718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sequence uses the past 60 days of scaled price to predict the target day.</a:t>
            </a:r>
            <a:endParaRPr lang="en-US" sz="11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5E35298-22E1-34DF-DC9F-F688AF153171}"/>
              </a:ext>
            </a:extLst>
          </p:cNvPr>
          <p:cNvSpPr/>
          <p:nvPr/>
        </p:nvSpPr>
        <p:spPr>
          <a:xfrm>
            <a:off x="905256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B0EB8D9-1DBD-74F9-7BC1-3201483AF3B9}"/>
              </a:ext>
            </a:extLst>
          </p:cNvPr>
          <p:cNvSpPr/>
          <p:nvPr/>
        </p:nvSpPr>
        <p:spPr>
          <a:xfrm>
            <a:off x="9235440" y="2103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Horizons</a:t>
            </a:r>
            <a:endParaRPr lang="en-US" sz="17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721D3FD-AC59-B1EF-3D8E-BFB8ABA81E05}"/>
              </a:ext>
            </a:extLst>
          </p:cNvPr>
          <p:cNvSpPr/>
          <p:nvPr/>
        </p:nvSpPr>
        <p:spPr>
          <a:xfrm>
            <a:off x="9235440" y="29718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X/y sequence sets built for 1-day, 5-day, and 10-day ahead targets.</a:t>
            </a:r>
            <a:endParaRPr lang="en-US" sz="11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ED31DA-2F0F-A06A-7232-FA8A6C052EC5}"/>
              </a:ext>
            </a:extLst>
          </p:cNvPr>
          <p:cNvSpPr txBox="1"/>
          <p:nvPr/>
        </p:nvSpPr>
        <p:spPr>
          <a:xfrm>
            <a:off x="2705446" y="5532120"/>
            <a:ext cx="6781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Train: 1,872 sequences | Test: 484 (1-day) | 480 (5-day) | 475 (10-day)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920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118883-DB75-6A67-3588-B7D736CB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84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SimpleRNN vs LSTM Architecture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65A2F67-3BAB-F1A5-A7BA-5771C719A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261072"/>
              </p:ext>
            </p:extLst>
          </p:nvPr>
        </p:nvGraphicFramePr>
        <p:xfrm>
          <a:off x="947651" y="1371600"/>
          <a:ext cx="10497589" cy="416144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39789">
                  <a:extLst>
                    <a:ext uri="{9D8B030D-6E8A-4147-A177-3AD203B41FA5}">
                      <a16:colId xmlns:a16="http://schemas.microsoft.com/office/drawing/2014/main" val="9814305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50850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SimpleRNN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LSTM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12330"/>
                  </a:ext>
                </a:extLst>
              </a:tr>
              <a:tr h="9610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SimpleRNN(64)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return_sequences=True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LSTM(64)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return_sequences=True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17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770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SimpleRNN(32)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LSTM(32)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365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98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Dense(1)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Dense(1)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9626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C9E9E8C-86FC-A78D-6EED-787F738660B8}"/>
              </a:ext>
            </a:extLst>
          </p:cNvPr>
          <p:cNvSpPr txBox="1"/>
          <p:nvPr/>
        </p:nvSpPr>
        <p:spPr>
          <a:xfrm>
            <a:off x="1197033" y="5815676"/>
            <a:ext cx="100334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Both models use Adam optimizer + Mean Squared Error loss, with EarlyStopping and ModelCheckpoint during training.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2248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8470F0-D5CB-1CC1-A169-2DB49064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740" y="681037"/>
            <a:ext cx="10386060" cy="8429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CURVES - </a:t>
            </a: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3 HORIZONS</a:t>
            </a:r>
            <a:endParaRPr lang="en-IN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cell36_img8.png">
            <a:extLst>
              <a:ext uri="{FF2B5EF4-FFF2-40B4-BE49-F238E27FC236}">
                <a16:creationId xmlns:a16="http://schemas.microsoft.com/office/drawing/2014/main" id="{3E9B7231-96C2-52AC-C11A-87FA5F04D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2777"/>
            <a:ext cx="10515600" cy="22911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7D7C22-3862-5161-34BE-04B2A4D11A08}"/>
              </a:ext>
            </a:extLst>
          </p:cNvPr>
          <p:cNvSpPr txBox="1"/>
          <p:nvPr/>
        </p:nvSpPr>
        <p:spPr>
          <a:xfrm>
            <a:off x="1379913" y="4792662"/>
            <a:ext cx="9809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Early stopping halted training once validation loss stopped improving — 6 models trained in total (2 architectures × 3 horizons).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326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EC66D9-70CF-CBF3-C3A9-198D5E421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768974"/>
              </p:ext>
            </p:extLst>
          </p:nvPr>
        </p:nvGraphicFramePr>
        <p:xfrm>
          <a:off x="1262149" y="1636323"/>
          <a:ext cx="10018225" cy="283464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431175">
                  <a:extLst>
                    <a:ext uri="{9D8B030D-6E8A-4147-A177-3AD203B41FA5}">
                      <a16:colId xmlns:a16="http://schemas.microsoft.com/office/drawing/2014/main" val="127852050"/>
                    </a:ext>
                  </a:extLst>
                </a:gridCol>
                <a:gridCol w="1431175">
                  <a:extLst>
                    <a:ext uri="{9D8B030D-6E8A-4147-A177-3AD203B41FA5}">
                      <a16:colId xmlns:a16="http://schemas.microsoft.com/office/drawing/2014/main" val="3704400355"/>
                    </a:ext>
                  </a:extLst>
                </a:gridCol>
                <a:gridCol w="1431175">
                  <a:extLst>
                    <a:ext uri="{9D8B030D-6E8A-4147-A177-3AD203B41FA5}">
                      <a16:colId xmlns:a16="http://schemas.microsoft.com/office/drawing/2014/main" val="3633831110"/>
                    </a:ext>
                  </a:extLst>
                </a:gridCol>
                <a:gridCol w="1431175">
                  <a:extLst>
                    <a:ext uri="{9D8B030D-6E8A-4147-A177-3AD203B41FA5}">
                      <a16:colId xmlns:a16="http://schemas.microsoft.com/office/drawing/2014/main" val="2303121127"/>
                    </a:ext>
                  </a:extLst>
                </a:gridCol>
                <a:gridCol w="1431175">
                  <a:extLst>
                    <a:ext uri="{9D8B030D-6E8A-4147-A177-3AD203B41FA5}">
                      <a16:colId xmlns:a16="http://schemas.microsoft.com/office/drawing/2014/main" val="3943728963"/>
                    </a:ext>
                  </a:extLst>
                </a:gridCol>
                <a:gridCol w="1431175">
                  <a:extLst>
                    <a:ext uri="{9D8B030D-6E8A-4147-A177-3AD203B41FA5}">
                      <a16:colId xmlns:a16="http://schemas.microsoft.com/office/drawing/2014/main" val="3347500264"/>
                    </a:ext>
                  </a:extLst>
                </a:gridCol>
                <a:gridCol w="1431175">
                  <a:extLst>
                    <a:ext uri="{9D8B030D-6E8A-4147-A177-3AD203B41FA5}">
                      <a16:colId xmlns:a16="http://schemas.microsoft.com/office/drawing/2014/main" val="153809913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Horizon (days)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R2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2806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578.785879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24.057969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15.724200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0.887807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90802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SimpleRNN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547.095840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23.390080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14.235297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0.893950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5047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1425.397644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37.754439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26.390878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0.725598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5033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SimpleRNN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891.536157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29.858603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20.247420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0.828371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5086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2166.074650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46.541107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33.459266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0.586480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2175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b="1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SimpleRNN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2782.325101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52.747750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>
                          <a:effectLst/>
                        </a:rPr>
                        <a:t>37.560394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00" dirty="0">
                          <a:effectLst/>
                        </a:rPr>
                        <a:t>0.468833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2289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11A68BB-740F-1F6B-1F6E-C12F83390278}"/>
              </a:ext>
            </a:extLst>
          </p:cNvPr>
          <p:cNvSpPr txBox="1"/>
          <p:nvPr/>
        </p:nvSpPr>
        <p:spPr>
          <a:xfrm>
            <a:off x="1753986" y="617512"/>
            <a:ext cx="9767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726"/>
              </a:spcAft>
              <a:buNone/>
            </a:pPr>
            <a:r>
              <a:rPr lang="it-IT" sz="28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Model Evaluation — MSE / RMSE / MAE per model per horizon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6A2F5-8001-6A5A-86D1-FF7E9510E5D4}"/>
              </a:ext>
            </a:extLst>
          </p:cNvPr>
          <p:cNvSpPr txBox="1"/>
          <p:nvPr/>
        </p:nvSpPr>
        <p:spPr>
          <a:xfrm>
            <a:off x="2144684" y="5075951"/>
            <a:ext cx="8188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SimpleRNN outperforms LSTM at 1-day and 5-day horizons; performance declines for longer horizons.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3064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268D4-0137-88DD-AB66-5B3F27433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1" y="356658"/>
            <a:ext cx="12176059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 CLOSING PRICE</a:t>
            </a:r>
          </a:p>
        </p:txBody>
      </p:sp>
      <p:pic>
        <p:nvPicPr>
          <p:cNvPr id="7" name="Image 0" descr="cell40_img9.png">
            <a:extLst>
              <a:ext uri="{FF2B5EF4-FFF2-40B4-BE49-F238E27FC236}">
                <a16:creationId xmlns:a16="http://schemas.microsoft.com/office/drawing/2014/main" id="{19C4E989-D7C1-342C-6B7C-80AD8BEAD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083" y="1768829"/>
            <a:ext cx="5881702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DB57D8-36CF-9C97-75CA-EFE7FE2C5986}"/>
              </a:ext>
            </a:extLst>
          </p:cNvPr>
          <p:cNvSpPr txBox="1"/>
          <p:nvPr/>
        </p:nvSpPr>
        <p:spPr>
          <a:xfrm>
            <a:off x="6858231" y="2782669"/>
            <a:ext cx="43939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pPr>
              <a:buNone/>
            </a:pP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6503CA-FB56-A3B3-B176-316CFF991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231" y="3429000"/>
            <a:ext cx="50530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1-Day Ahead: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Predictions closely follow the actual closing price.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5-Day Ahead: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Predictions follow the overall trend but show more deviation.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10-Day Ahead: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 error increases, especially during sharp price movements. </a:t>
            </a:r>
          </a:p>
        </p:txBody>
      </p:sp>
    </p:spTree>
    <p:extLst>
      <p:ext uri="{BB962C8B-B14F-4D97-AF65-F5344CB8AC3E}">
        <p14:creationId xmlns:p14="http://schemas.microsoft.com/office/powerpoint/2010/main" val="3462044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9134BB2-E5B7-494A-52A2-AAC3ECADD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03" y="1675232"/>
            <a:ext cx="6572597" cy="466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233F36-7ED0-51F1-6B87-6AB598AA5703}"/>
              </a:ext>
            </a:extLst>
          </p:cNvPr>
          <p:cNvSpPr txBox="1"/>
          <p:nvPr/>
        </p:nvSpPr>
        <p:spPr>
          <a:xfrm>
            <a:off x="3497581" y="513603"/>
            <a:ext cx="6097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</a:t>
            </a:r>
            <a:endParaRPr lang="en-IN" sz="3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030474-E0D3-2023-9E9B-B883EA436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1821" y="2633719"/>
            <a:ext cx="5306288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OBSERVATION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 vs SimpleRNN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1-, 5-, and 10-day horizons.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SimpleRNN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performs better at 1-day and 5-day horizons.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days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LSTM performs better across MSE, RMSE, MAE, and R².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performance decreases as the prediction horizon increases </a:t>
            </a:r>
          </a:p>
        </p:txBody>
      </p:sp>
    </p:spTree>
    <p:extLst>
      <p:ext uri="{BB962C8B-B14F-4D97-AF65-F5344CB8AC3E}">
        <p14:creationId xmlns:p14="http://schemas.microsoft.com/office/powerpoint/2010/main" val="3782209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B46B-7022-94A9-4F82-BE77F037F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913" y="359237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GRIDSEARCHCV – TUNING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F7CC5-98FC-AC0B-6149-9F53B6F87398}"/>
              </a:ext>
            </a:extLst>
          </p:cNvPr>
          <p:cNvSpPr txBox="1"/>
          <p:nvPr/>
        </p:nvSpPr>
        <p:spPr>
          <a:xfrm>
            <a:off x="1319647" y="1832005"/>
            <a:ext cx="38259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01 | 6 Tuning Runs</a:t>
            </a:r>
            <a:br>
              <a:rPr lang="en-IN" dirty="0"/>
            </a:br>
            <a:r>
              <a:rPr lang="en-IN" dirty="0"/>
              <a:t>2 Models × 3 Horizons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02 | Parameters Tuned</a:t>
            </a:r>
            <a:br>
              <a:rPr lang="en-IN" dirty="0"/>
            </a:br>
            <a:r>
              <a:rPr lang="en-IN" dirty="0"/>
              <a:t>Units • Dropout • Learning Rate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03 | 1-Day Horizon</a:t>
            </a:r>
            <a:br>
              <a:rPr lang="en-IN" dirty="0"/>
            </a:br>
            <a:r>
              <a:rPr lang="en-IN" dirty="0"/>
              <a:t>LSTM ✓ Improved</a:t>
            </a:r>
            <a:br>
              <a:rPr lang="en-IN" dirty="0"/>
            </a:br>
            <a:r>
              <a:rPr lang="en-IN" dirty="0"/>
              <a:t>SimpleRNN ✓ Improved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312B2A-8622-7B9A-571E-BA8362F3C535}"/>
              </a:ext>
            </a:extLst>
          </p:cNvPr>
          <p:cNvSpPr txBox="1"/>
          <p:nvPr/>
        </p:nvSpPr>
        <p:spPr>
          <a:xfrm>
            <a:off x="6415348" y="1832005"/>
            <a:ext cx="47063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04 | 5-Day Horizon</a:t>
            </a:r>
            <a:br>
              <a:rPr lang="en-IN" dirty="0"/>
            </a:br>
            <a:r>
              <a:rPr lang="en-IN" dirty="0"/>
              <a:t>LSTM ✓ Improved</a:t>
            </a:r>
            <a:br>
              <a:rPr lang="en-IN" dirty="0"/>
            </a:br>
            <a:r>
              <a:rPr lang="en-IN" dirty="0"/>
              <a:t>SimpleRNN ✗ Not Improved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05 | 10-Day Horizon</a:t>
            </a:r>
            <a:br>
              <a:rPr lang="en-IN" dirty="0"/>
            </a:br>
            <a:r>
              <a:rPr lang="en-IN" dirty="0"/>
              <a:t>LSTM ✗ Not Improved</a:t>
            </a:r>
            <a:br>
              <a:rPr lang="en-IN" dirty="0"/>
            </a:br>
            <a:r>
              <a:rPr lang="en-IN" dirty="0"/>
              <a:t>SimpleRNN ✓ Improved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06 | Best Performance</a:t>
            </a:r>
            <a:br>
              <a:rPr lang="en-IN" dirty="0"/>
            </a:br>
            <a:r>
              <a:rPr lang="en-IN" dirty="0"/>
              <a:t>SimpleRNN – 1 Day</a:t>
            </a:r>
            <a:br>
              <a:rPr lang="en-IN" dirty="0"/>
            </a:br>
            <a:r>
              <a:rPr lang="en-IN" dirty="0"/>
              <a:t>RMSE = 18.20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5C07F-D8E7-33C8-1C10-3EC0D118DB4F}"/>
              </a:ext>
            </a:extLst>
          </p:cNvPr>
          <p:cNvSpPr txBox="1"/>
          <p:nvPr/>
        </p:nvSpPr>
        <p:spPr>
          <a:xfrm>
            <a:off x="2643447" y="5466649"/>
            <a:ext cx="6386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GridSearchCV improved 4 out of 6 model–horizon combinations.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3831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8652B04-5A09-57A5-8055-C4C2A2197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51" y="1651712"/>
            <a:ext cx="5937624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4AFCAA-5897-0BBF-D227-12750D22E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2178148"/>
            <a:ext cx="496146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recursive predictions for the next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Tuned 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maintains a relatively stable forecast, declining gradually from ~630 to ~550.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Tuned SimpleRNN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a much sharper decline, reaching ~350 by Day 10.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models therefore produce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substantially different long-horizon forecasts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E9E19-2A52-155A-990D-56E1C2E88C3B}"/>
              </a:ext>
            </a:extLst>
          </p:cNvPr>
          <p:cNvSpPr txBox="1"/>
          <p:nvPr/>
        </p:nvSpPr>
        <p:spPr>
          <a:xfrm>
            <a:off x="2353733" y="777502"/>
            <a:ext cx="7442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10-Day Forward Recursive Forecast — Tuned LSTM vs SimpleRNN</a:t>
            </a:r>
            <a:endParaRPr lang="en-IN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205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6E396-6003-4F6F-3BE2-FCF8067D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590" y="39837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Headline Sentiment Analysis</a:t>
            </a:r>
            <a:br>
              <a:rPr lang="en-US" dirty="0"/>
            </a:b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622284F-4420-8619-8CEC-A762F0CB01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09" y="1873747"/>
            <a:ext cx="6309373" cy="4023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8F1227D-3F4F-63B7-DA71-F48AA9529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9621" y="3038701"/>
            <a:ext cx="519006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 headlines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Neutral: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headlines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 headlines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sample 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positive than negative sentiment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34954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C4DB23EA-9C8B-55E6-A932-3157E7296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72" y="1344757"/>
            <a:ext cx="5748856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A7F270-E20F-0B8A-43FE-55451EFCD61C}"/>
              </a:ext>
            </a:extLst>
          </p:cNvPr>
          <p:cNvSpPr txBox="1"/>
          <p:nvPr/>
        </p:nvSpPr>
        <p:spPr>
          <a:xfrm>
            <a:off x="1105592" y="343658"/>
            <a:ext cx="10208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Headline Sentiment vs. Tesla Same-Day Stock Return</a:t>
            </a:r>
            <a:endParaRPr lang="en-IN" sz="3600" b="1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1C583-737A-3550-38B5-E3670BD5A498}"/>
              </a:ext>
            </a:extLst>
          </p:cNvPr>
          <p:cNvSpPr txBox="1"/>
          <p:nvPr/>
        </p:nvSpPr>
        <p:spPr>
          <a:xfrm>
            <a:off x="6375254" y="2524220"/>
            <a:ext cx="53207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Compares </a:t>
            </a:r>
            <a:r>
              <a:rPr lang="en-US" b="1" dirty="0"/>
              <a:t>headline sentiment (VADER)</a:t>
            </a:r>
            <a:r>
              <a:rPr lang="en-US" dirty="0"/>
              <a:t> with </a:t>
            </a:r>
            <a:r>
              <a:rPr lang="en-US" b="1" dirty="0"/>
              <a:t>same-day stock returns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Sentiment and returns show </a:t>
            </a:r>
            <a:r>
              <a:rPr lang="en-US" b="1" dirty="0"/>
              <a:t>mixed movement</a:t>
            </a:r>
            <a:r>
              <a:rPr lang="en-US" dirty="0"/>
              <a:t> across the sample period.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Positive sentiment does </a:t>
            </a:r>
            <a:r>
              <a:rPr lang="en-US" b="1" dirty="0"/>
              <a:t>not always correspond to positive returns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Indicates that </a:t>
            </a:r>
            <a:r>
              <a:rPr lang="en-US" b="1" dirty="0"/>
              <a:t>news sentiment alone may not fully explain short-term price movements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06030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8D84C-9EBD-FAC9-D7B4-B71AA6E74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011" y="43162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/>
                </a:solidFill>
              </a:rPr>
              <a:t>Insights &amp; 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4F18AF2-35DC-406D-2C31-0A7EA7377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549" y="2464553"/>
            <a:ext cx="1011687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Short-term forecasting: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SimpleRNN performed best at 1-day horizon.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Medium-term forecasting: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LSTM showed better improvement at 5 days.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forecasting: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models became less reliable as the horizon increased.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performance for several model–horizon combinations.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Headlines were mostly positive, followed by neutral and negative.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Combining price forecasting with news sentiment can support better market analysis. </a:t>
            </a:r>
          </a:p>
        </p:txBody>
      </p:sp>
    </p:spTree>
    <p:extLst>
      <p:ext uri="{BB962C8B-B14F-4D97-AF65-F5344CB8AC3E}">
        <p14:creationId xmlns:p14="http://schemas.microsoft.com/office/powerpoint/2010/main" val="570911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CAF1-B826-E975-E925-AD2E14A0357A}"/>
              </a:ext>
            </a:extLst>
          </p:cNvPr>
          <p:cNvSpPr txBox="1"/>
          <p:nvPr/>
        </p:nvSpPr>
        <p:spPr>
          <a:xfrm>
            <a:off x="3910635" y="875208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Business Case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12C7805-43FB-A983-1C1A-60F946A4D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436" y="2170790"/>
            <a:ext cx="766748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forecasting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supports informed investment decisions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reduction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identifies possible price and sentiment changes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Short-term planning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useful for 1-day and 5-day forecasts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 sentiment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adds market context to price predictions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value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supports portfolio monitoring and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2538132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1103</Words>
  <Application>Microsoft Office PowerPoint</Application>
  <PresentationFormat>Widescreen</PresentationFormat>
  <Paragraphs>203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UNIVARIATE ANALYSIS – FEATURE DISTRIBUTION </vt:lpstr>
      <vt:lpstr>BIVARIATE ANALYSIS- PRICE TREND &amp; TRADING VOLUME</vt:lpstr>
      <vt:lpstr>MULTIVARIATE ANALYSIS – CORRELATION HEAT MAP</vt:lpstr>
      <vt:lpstr>PowerPoint Presentation</vt:lpstr>
      <vt:lpstr>PowerPoint Presentation</vt:lpstr>
      <vt:lpstr>SimpleRNN vs LSTM Architecture</vt:lpstr>
      <vt:lpstr>TRAINING CURVES - All 3 HORIZONS</vt:lpstr>
      <vt:lpstr>PowerPoint Presentation</vt:lpstr>
      <vt:lpstr>ACTUAL vs PREDICTED CLOSING PRICE</vt:lpstr>
      <vt:lpstr>PowerPoint Presentation</vt:lpstr>
      <vt:lpstr>GRIDSEARCHCV – TUNING RESULTS</vt:lpstr>
      <vt:lpstr>PowerPoint Presentation</vt:lpstr>
      <vt:lpstr>News Headline Sentiment Analysis </vt:lpstr>
      <vt:lpstr>PowerPoint Presentation</vt:lpstr>
      <vt:lpstr>Insights &amp;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logesh kumar</dc:creator>
  <cp:lastModifiedBy>logesh kumar</cp:lastModifiedBy>
  <cp:revision>1</cp:revision>
  <dcterms:created xsi:type="dcterms:W3CDTF">2026-08-17T23:47:52Z</dcterms:created>
  <dcterms:modified xsi:type="dcterms:W3CDTF">2026-08-18T01:50:52Z</dcterms:modified>
</cp:coreProperties>
</file>